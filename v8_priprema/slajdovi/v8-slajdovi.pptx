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61DAF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61DAF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Vježba 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Uvod u React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moderni JavaScript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371600" cy="0"/>
          </a:xfrm>
          <a:prstGeom prst="line">
            <a:avLst/>
          </a:prstGeom>
          <a:noFill/>
          <a:ln w="25400">
            <a:solidFill>
              <a:srgbClr val="61DA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PMF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Eldina Delalić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ćemo danas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je React i zašto ga koristimo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 JavaScript – osvježenje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103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– postavljanje React projekta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560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– spoj HTML-a i JavaScript-a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Prva komponenta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i odnos roditelj-dijete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zadatak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je React?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biblioteka za gradnju korisničkih interfejsa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Razvio Facebook (Meta) – 2013. godine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– besplatan za upotrebu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Danas najpopularnija biblioteka za frontend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Omogućava pisanje reusable komponenti (UI dijelova)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4114800"/>
            <a:ext cx="73152" cy="54864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 framework (kao Angular) – biblioteka koja radi jednu stvar: gradi UI.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React?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Prednosti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Ogromna zajednica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Mnogo resursa i biblioteka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Velika tržišna potražnja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Jednostavan koncept komponenti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 (Virtual DOM)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ga koristi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6459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(Facebook, Instagram, WhatsApp)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vs MPA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40480" cy="3108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3840480" cy="73152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Page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klik = novi zahtjev serveru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šalje novi 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Cijela stranica se reloada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Primjer: klasični PHP/Django sajtovi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3108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188720"/>
            <a:ext cx="3840480" cy="73152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0574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HTML stranica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dinamički mijenja sadržaj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reload-a cijele stranice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Brže, bolji UX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Vue, Angular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gradi SPA aplikacije.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aplikacija = stablo komponenti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1600200"/>
            <a:ext cx="1645920" cy="36576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&lt;App&gt;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965960"/>
            <a:ext cx="-1737360" cy="411480"/>
          </a:xfrm>
          <a:prstGeom prst="line">
            <a:avLst/>
          </a:prstGeom>
          <a:noFill/>
          <a:ln w="12700">
            <a:solidFill>
              <a:srgbClr val="6C75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965960"/>
            <a:ext cx="1920240" cy="411480"/>
          </a:xfrm>
          <a:prstGeom prst="line">
            <a:avLst/>
          </a:prstGeom>
          <a:noFill/>
          <a:ln w="12700">
            <a:solidFill>
              <a:srgbClr val="6C75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377440"/>
            <a:ext cx="1828800" cy="365760"/>
          </a:xfrm>
          <a:prstGeom prst="rect">
            <a:avLst/>
          </a:prstGeom>
          <a:solidFill>
            <a:srgbClr val="D1F1FA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2377440"/>
            <a:ext cx="1828800" cy="365760"/>
          </a:xfrm>
          <a:prstGeom prst="rect">
            <a:avLst/>
          </a:prstGeom>
          <a:solidFill>
            <a:srgbClr val="D1F1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743200"/>
            <a:ext cx="-1371600" cy="457200"/>
          </a:xfrm>
          <a:prstGeom prst="line">
            <a:avLst/>
          </a:prstGeom>
          <a:noFill/>
          <a:ln w="12700">
            <a:solidFill>
              <a:srgbClr val="6C75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743200"/>
            <a:ext cx="1371600" cy="457200"/>
          </a:xfrm>
          <a:prstGeom prst="line">
            <a:avLst/>
          </a:prstGeom>
          <a:noFill/>
          <a:ln w="12700">
            <a:solidFill>
              <a:srgbClr val="6C75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3200400"/>
            <a:ext cx="219456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&lt;StudentList&gt;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3200400"/>
            <a:ext cx="182880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3566160"/>
            <a:ext cx="0" cy="365760"/>
          </a:xfrm>
          <a:prstGeom prst="line">
            <a:avLst/>
          </a:prstGeom>
          <a:noFill/>
          <a:ln w="12700">
            <a:solidFill>
              <a:srgbClr val="6C757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3931920"/>
            <a:ext cx="2194560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&lt;StudentCard&gt;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23774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Samostalan dio UI-a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 se ponovo koristiti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Svoje podatke i logiku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Razmišljaj o komponentama kao o LEGO kockicama.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Deklarativno vs Imperativno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Imperativno (vanilla JS)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"KAKO" uraditi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840480" cy="24688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el = document.getElementById("x");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el.innerHTML = "";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 i &lt; items.length;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div = document.createElement("div");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div.textContent = items[i].name;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el.appendChild(div);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Deklarativno (React)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"ŠTA" želim vidjeti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3840480" cy="24688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7830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{items.map(item =&gt;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&lt;div&gt;{item.name}&lt;/div&gt;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))}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opisuješ kako UI treba izgledati, React brine kako doći do tog stanja.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772400" cy="6400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Pristup pravom DOM-u je spor.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Rješenje: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drži kopiju DOM-a u memoriji (Virtual DOM).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2011680"/>
            <a:ext cx="5486400" cy="365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Promjena stanja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237744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2514600"/>
            <a:ext cx="5486400" cy="365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Kreiranje novog Virtual DOM-a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8803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3017520"/>
            <a:ext cx="5486400" cy="365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Upoređivanje sa starim (diffing)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33832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3520440"/>
            <a:ext cx="5486400" cy="36576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Ažurira se SAMO ono što je promijenjeno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Zato je React brz – ne re-renderuje cijelu stranicu, samo delte.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103120"/>
            <a:ext cx="3657600" cy="0"/>
          </a:xfrm>
          <a:prstGeom prst="line">
            <a:avLst/>
          </a:prstGeom>
          <a:noFill/>
          <a:ln w="25400">
            <a:solidFill>
              <a:srgbClr val="61DA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8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SEKCIJA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 JavaScript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Osvježenje prije React-a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ćemo proći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 const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898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 više var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1188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13898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 {}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87452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029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`Zdravo ${ime}`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87452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2029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a, b } = obj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51460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468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/ rest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2670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51460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2468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metode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670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.map(), .filter(), .find()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15468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operator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3310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? b : 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15468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chaining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12080" y="3310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obj?.a?.b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379476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97280" y="3749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97280" y="3950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ovo ćemo vidjeti u svakom React projektu.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 const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772400" cy="2286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pi = 3.14;          // ne mijenja 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brojac = 0;            // mijenja 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brojac = brojac + 1;       // OK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 sprječava promjenu REFERENCE, ne sadržaja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niz = [1, 2, 3];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niz.push(4);               // OK!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7772400" cy="6400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749040"/>
            <a:ext cx="73152" cy="64008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49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Pravilo: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Počni s const, prebaci u let samo ako treba.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772400" cy="29260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498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klasična funkcija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saberi(a, b) { return a + b;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function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saberi = (a, b) =&gt; a + b;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samo jedan parametar - ne trebaju zagrade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kvadrat = n =&gt; n * n;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bez parametara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pozdravi = () =&gt; "Zdravo!";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React-u ih koristimo svuda – callbacks, event handleri, komponente.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Umjesto spajanja stringova sa +, koristimo backticks ( ` 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772400" cy="23774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ime = "Ana";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godine = 20;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poruka = "Zdravo, " + ime + "! Imaš " + godine + " godina.";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novo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poruka = `Zdravo, ${ime}! Imaš ${godine} godina.`;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Varijable i izrazi idu u ${...}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Mogu i višeredni stringovi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Izvlačenje vrijednosti iz objekta ili niza u varijable.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840480" cy="2286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student = { ime: "Ana", godine: 20 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ime = student.ime;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novo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ime, godine } = student;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parametrima funkcije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(ovo ćemo koristiti za props!)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3840480" cy="17373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21031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prikazi({ ime, godine })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`${ime}, ${godine}`;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prikazi({ ime: "Ana", godine: 20 });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4023360"/>
            <a:ext cx="73152" cy="54864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23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ćemo koristiti u SVAKOJ React komponenti za props.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 rest  ( ... 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– raširi niz ili objekt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 = [1, 2, 3];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 = [...a, 4, 5];              // [1,2,3,4,5]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s1 = { ime: "Ana"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s2 = { ...s1, godine: 20 };    // { ime, godine 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– skupi ostatak u niz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7863840" cy="12344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3756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suma(...brojevi)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brojevi.reduce((a, b) =&gt; a + b, 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suma(1, 2, 3, 4); //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metode – map, filter, find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772400" cy="17373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brojevi = [1, 2, 3, 4, 5];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brojevi.map(n =&gt; n * 2);        // [2,4,6,8,10]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brojevi.filter(n =&gt; n &gt; 2);     // [3,4,5]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brojevi.find(n =&gt; n === 3);     //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017520"/>
            <a:ext cx="73152" cy="54864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17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.map()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NAJVAŽNIJA – koristimo je za renderovanje listi u React-u.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Primjer u React-u: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233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{studenti.map(s =&gt; &lt;StudentCard ime={s.ime} /&gt;)}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i Optional chaining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– kraći if/else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status = godine &gt;= 18 ? "punoljetan" : "maloljetan";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 React-u za conditional rendering: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{ulogovan ? &lt;p&gt;Dobrodošli!&lt;/p&gt; : &lt;p&gt;Prijavite se&lt;/p&gt;}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chaining – sigurno pristupanje svojstvima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37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grad = student?.adresa?.grad;  // undefined, ne puca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 se kad radiš sa podacima iz backend-a koji možda još nisu stigli.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772400" cy="18288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utils.js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PI = 3.14;                        // named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hello() {}              // default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hello, { PI } from "./utils.js";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export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jedan po fajlu, bez { } pri importu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export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više po fajlu, u { } pri importu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komponente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export-uju se kao default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103120"/>
            <a:ext cx="3657600" cy="0"/>
          </a:xfrm>
          <a:prstGeom prst="line">
            <a:avLst/>
          </a:prstGeom>
          <a:noFill/>
          <a:ln w="25400">
            <a:solidFill>
              <a:srgbClr val="61DA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8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SEKCIJA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 praksi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Vite, JSX, komponente, props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– setup projekta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za pokretanje modernih frontend projekata. Brz, jednostavan, preporučen.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12801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frontend -- --template react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projekta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jedina HTML stranica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src/main.jsx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entry point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src/App.jsx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glavna komponenta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dependencies i skripte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– šta je?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solidFill>
            <a:srgbClr val="61DAFB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= JavaScript + HTML sintaksa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7863840" cy="20116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ime = "Ana";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&lt;h1&gt;Zdravo, {ime}!&lt;/h1&gt;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 HTML – prevodi se u JS pozive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Dozvoljava pisanje "HTML-a" unutar JS-a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{...} unutar JSX-a = bilo koji JS izraz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vs HTML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301752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75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D96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class="card"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className="card"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for="email"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htmlFor="email"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onclick="..."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onClick={...}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&lt;br&gt;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&lt;br /&gt;  (samozatvoren)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više root elemenata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jedan root  ili  &lt;&gt;...&lt;/&gt;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atributi su stringovi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 izrazi u {...}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Komponenta = funkcija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Komponenta u React-u je obična JavaScript funkcija koja vraća JSX.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15544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Pozdrav()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&lt;h1&gt;Zdravo, svijete!&lt;/h1&gt;;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Pozdrav;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 komponente MORA počinjati velikim slovom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Vraća jedan JSX element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 se kao HTML tag:  &lt;Pozdrav /&gt;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komponenta u svom fajlu (.jsx)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– prosljeđivanje podataka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"properties" – podaci iz roditelja u dijete.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DIJETE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840480" cy="2103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StudentCard({ ime, godine })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&lt;h2&gt;{ime}&lt;/h2&gt;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&lt;p&gt;{godine} godina&lt;/p&gt;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RODITELJ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840480" cy="2103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&lt;StudentCard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ime="Ana"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godine={20}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Stringovi → u " "    ·    brojevi/varijable/boolean → u { 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– pravila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Dijete NE SMIJE mijenjati props.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411480" cy="41148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Stringovi u " ", ostalo u { 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&lt;Card ime="Ana" godine={20} aktivan={true} /&gt;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u potpisu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Card({ ime, godine }) { ... 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Jednosmjerni tok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 odozgo nadolje (roditelj → dijete).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Kompozicija komponenti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Roditelj može renderovati više djece.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24688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&lt;Header naslov="Moja aplikacija" /&gt;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&lt;StudentCard ime="Ana" godine={20} /&gt;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&lt;StudentCard ime="Marko" godine={22} /&gt;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&lt;Footer /&gt;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 se spajaju i grade složene UI-e iz jednostavnih dijelova.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103120"/>
            <a:ext cx="3657600" cy="0"/>
          </a:xfrm>
          <a:prstGeom prst="line">
            <a:avLst/>
          </a:prstGeom>
          <a:noFill/>
          <a:ln w="25400">
            <a:solidFill>
              <a:srgbClr val="61DA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8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VJEŽBA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zadatak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Vrijeme je za kodiranje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– Knjižara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Napraviti aplikaciju koja prikazuje listu knjiga.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Zahtjevi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Komponenta BookCard sa props: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naslov, autor, godinaIzdanja, cijena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App.jsx prikazati najmanje 4 knjige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Zaglavlje "Dobrodošli u knjižaru"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Stilizovati kartice (border, padding)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Komponenta Header za naslov stranice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Komponenta Footer sa kontaktom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3017520"/>
            <a:ext cx="3840480" cy="13716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Savjet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32918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Počni od jedne kartice. Kad radi, duplikuj je i promijeni props. Tek onda extract u komponentu.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treba znati na kraju v8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je React i zašto se koristi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Razlika SPA vs MPA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 JS: arrow, destructuring, spread, map/filter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Vite projekta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42316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377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– šta je i razlike od HTML-a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42316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2377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Kreiranje komponente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2971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– prosljeđivanje i destructuring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971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Odnos roditelj – dijete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v9 dodajemo interaktivnost: state, hookovi, forme, fetch.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 2025-2026  ·  Vježba 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61DAFB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Hvala!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3657600" y="2834640"/>
            <a:ext cx="1828800" cy="0"/>
          </a:xfrm>
          <a:prstGeom prst="line">
            <a:avLst/>
          </a:prstGeom>
          <a:noFill/>
          <a:ln w="25400">
            <a:solidFill>
              <a:srgbClr val="61DA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Nastavljamo s Vite setupom uživo.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V8 - Uvod u React</dc:title>
  <dc:subject>PptxGenJS Presentation</dc:subject>
  <dc:creator>Eldina Delalic</dc:creator>
  <cp:lastModifiedBy>Eldina Delalic</cp:lastModifiedBy>
  <cp:revision>1</cp:revision>
  <dcterms:created xsi:type="dcterms:W3CDTF">2026-04-23T10:00:04Z</dcterms:created>
  <dcterms:modified xsi:type="dcterms:W3CDTF">2026-04-23T10:00:04Z</dcterms:modified>
</cp:coreProperties>
</file>